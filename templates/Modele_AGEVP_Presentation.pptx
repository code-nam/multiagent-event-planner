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Diapositive de titre. Remplacez le titre, le sous-titre et la date. Fond bleu AGEVP réservé aux slides d'ouverture et de clôture.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Diapositive séparateur. Dupliquez-la entre les grandes parties ; changez le numéro (01, 02, 03…) et le titre.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Mise en page « points clés ». Idéale pour présenter les pôles de l'association ou 3 messages forts. Changez les icônes selon le sujet.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Mise en page « texte + chiffres clés ». Colonne gauche pour le récit, cartes droites pour les statistiques (jauge, budget, dates…).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Mise en page comparatif. Les pastilles Idéal / Correct / Limité reprennent le code couleur du tableur Excel.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Mise en page frise / rétroplanning. Ajoutez ou retirez des étapes (3 à 5 recommandé).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Diapositive de clôture. Adaptez le message et les coordonnées.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4754880"/>
            <a:ext cx="3840480" cy="3840480"/>
          </a:xfrm>
          <a:prstGeom prst="ellipse">
            <a:avLst/>
          </a:prstGeom>
          <a:solidFill>
            <a:srgbClr val="FFC000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5577840"/>
            <a:ext cx="2194560" cy="2194560"/>
          </a:xfrm>
          <a:prstGeom prst="ellipse">
            <a:avLst/>
          </a:prstGeom>
          <a:solidFill>
            <a:srgbClr val="FFC000">
              <a:alpha val="2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371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FFC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 E V P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1737360"/>
            <a:ext cx="10424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 Titre de la présentation ]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Sous-titre — ex. Soirée de rentrée 2026 ]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68680" y="4069080"/>
            <a:ext cx="2011680" cy="0"/>
          </a:xfrm>
          <a:prstGeom prst="line">
            <a:avLst/>
          </a:prstGeom>
          <a:noFill/>
          <a:ln w="31750">
            <a:solidFill>
              <a:srgbClr val="C997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2976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Date ]</a:t>
            </a:r>
            <a:pPr indent="0" marL="0">
              <a:buNone/>
            </a:pPr>
            <a:r>
              <a:rPr lang="en-US" sz="1400" dirty="0">
                <a:solidFill>
                  <a:srgbClr val="9FB4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  Annam TRAN — Responsable événementiel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C997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822960" y="34290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 Titre de la section ]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42976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FB4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Une phrase de transition ou de contexte pour cette partie. ]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C99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 E V 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 Titre de la diapositive ]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874520"/>
            <a:ext cx="10515600" cy="1234440"/>
          </a:xfrm>
          <a:prstGeom prst="roundRect">
            <a:avLst>
              <a:gd name="adj" fmla="val 5926"/>
            </a:avLst>
          </a:prstGeom>
          <a:solidFill>
            <a:srgbClr val="EAF2F8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43000" y="2176272"/>
            <a:ext cx="640080" cy="640080"/>
          </a:xfrm>
          <a:prstGeom prst="ellipse">
            <a:avLst/>
          </a:prstGeom>
          <a:solidFill>
            <a:srgbClr val="C9970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9421" y="2342693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057400" y="205740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Point clé 1 ]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2057400" y="2496312"/>
            <a:ext cx="8961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Description courte du point. Remplacez ce texte par votre contenu. ]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822960" y="3337560"/>
            <a:ext cx="10515600" cy="1234440"/>
          </a:xfrm>
          <a:prstGeom prst="roundRect">
            <a:avLst>
              <a:gd name="adj" fmla="val 5926"/>
            </a:avLst>
          </a:prstGeom>
          <a:solidFill>
            <a:srgbClr val="EAF2F8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1143000" y="3639312"/>
            <a:ext cx="640080" cy="640080"/>
          </a:xfrm>
          <a:prstGeom prst="ellipse">
            <a:avLst/>
          </a:prstGeom>
          <a:solidFill>
            <a:srgbClr val="C99700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9421" y="3805733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057400" y="352044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Point clé 2 ]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2057400" y="3959352"/>
            <a:ext cx="8961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Description courte du point. Remplacez ce texte par votre contenu. ]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22960" y="4800600"/>
            <a:ext cx="10515600" cy="1234440"/>
          </a:xfrm>
          <a:prstGeom prst="roundRect">
            <a:avLst>
              <a:gd name="adj" fmla="val 5926"/>
            </a:avLst>
          </a:prstGeom>
          <a:solidFill>
            <a:srgbClr val="EAF2F8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1143000" y="5102352"/>
            <a:ext cx="640080" cy="640080"/>
          </a:xfrm>
          <a:prstGeom prst="ellipse">
            <a:avLst/>
          </a:prstGeom>
          <a:solidFill>
            <a:srgbClr val="C9970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9421" y="5268773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2057400" y="498348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Point clé 3 ]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2057400" y="5422392"/>
            <a:ext cx="8961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Description courte du point. Remplacez ce texte par votre contenu. ]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C99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 E V 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 Titre de la diapositive ]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5852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Paragraphe d'introduction du sujet. ]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Élément à retenir ]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Élément à retenir ]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Élément à retenir ]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086600" y="1737360"/>
            <a:ext cx="2331720" cy="1600200"/>
          </a:xfrm>
          <a:prstGeom prst="roundRect">
            <a:avLst>
              <a:gd name="adj" fmla="val 4571"/>
            </a:avLst>
          </a:prstGeom>
          <a:solidFill>
            <a:srgbClr val="1F4E79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086600" y="199339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C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[ 000 ]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7086600" y="276148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légende ]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646920" y="1737360"/>
            <a:ext cx="2331720" cy="1600200"/>
          </a:xfrm>
          <a:prstGeom prst="roundRect">
            <a:avLst>
              <a:gd name="adj" fmla="val 4571"/>
            </a:avLst>
          </a:prstGeom>
          <a:solidFill>
            <a:srgbClr val="1F4E79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646920" y="199339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C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[ 00 € ]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9646920" y="276148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légende ]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086600" y="3566160"/>
            <a:ext cx="2331720" cy="1600200"/>
          </a:xfrm>
          <a:prstGeom prst="roundRect">
            <a:avLst>
              <a:gd name="adj" fmla="val 4571"/>
            </a:avLst>
          </a:prstGeom>
          <a:solidFill>
            <a:srgbClr val="1F4E79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086600" y="382219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C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[ 00 ]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7086600" y="459028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légende ]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646920" y="3566160"/>
            <a:ext cx="2331720" cy="1600200"/>
          </a:xfrm>
          <a:prstGeom prst="roundRect">
            <a:avLst>
              <a:gd name="adj" fmla="val 4571"/>
            </a:avLst>
          </a:prstGeom>
          <a:solidFill>
            <a:srgbClr val="1F4E79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646920" y="382219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C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[ 100% ]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9646920" y="459028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légende ]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C99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 E V 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 Comparatif ]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783080"/>
          <a:ext cx="105156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438705"/>
                <a:gridCol w="2438705"/>
                <a:gridCol w="243779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Critère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Option 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Option B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Option C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Adéquation 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756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Idéal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F6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Correct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33C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Limité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Critère 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… 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… 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… 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Critère 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… 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… 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… 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Critère 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… 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… 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… 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Critère 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… 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… 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… 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C99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 E V 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 Rétroplanning ]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303020" y="2948940"/>
            <a:ext cx="8503920" cy="0"/>
          </a:xfrm>
          <a:prstGeom prst="line">
            <a:avLst/>
          </a:prstGeom>
          <a:noFill/>
          <a:ln w="25400">
            <a:solidFill>
              <a:srgbClr val="D5DE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514600"/>
            <a:ext cx="868680" cy="868680"/>
          </a:xfrm>
          <a:prstGeom prst="ellipse">
            <a:avLst/>
          </a:prstGeom>
          <a:solidFill>
            <a:srgbClr val="C99700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251460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352044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99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échéance 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384048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Étape 1 ]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11480" y="425196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Description brève de l'étape. ]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703320" y="2514600"/>
            <a:ext cx="868680" cy="868680"/>
          </a:xfrm>
          <a:prstGeom prst="ellipse">
            <a:avLst/>
          </a:prstGeom>
          <a:solidFill>
            <a:srgbClr val="C99700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703320" y="251460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246120" y="352044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99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échéance ]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246120" y="384048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Étape 2 ]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246120" y="425196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Description brève de l'étape. ]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537960" y="2514600"/>
            <a:ext cx="868680" cy="868680"/>
          </a:xfrm>
          <a:prstGeom prst="ellipse">
            <a:avLst/>
          </a:prstGeom>
          <a:solidFill>
            <a:srgbClr val="C99700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37960" y="251460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080760" y="352044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99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échéance ]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080760" y="384048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Étape 3 ]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080760" y="425196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Description brève de l'étape. ]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372600" y="2514600"/>
            <a:ext cx="868680" cy="868680"/>
          </a:xfrm>
          <a:prstGeom prst="ellipse">
            <a:avLst/>
          </a:prstGeom>
          <a:solidFill>
            <a:srgbClr val="C99700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372600" y="251460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8915400" y="352044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99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échéance ]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915400" y="384048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Étape 4 ]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915400" y="425196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Description brève de l'étape. ]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4114800" cy="4114800"/>
          </a:xfrm>
          <a:prstGeom prst="ellipse">
            <a:avLst/>
          </a:prstGeom>
          <a:solidFill>
            <a:srgbClr val="FFC000">
              <a:alpha val="12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920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FFC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 E V 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22860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 Merci / Message de clôture ]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868680" y="3429000"/>
            <a:ext cx="2011680" cy="0"/>
          </a:xfrm>
          <a:prstGeom prst="line">
            <a:avLst/>
          </a:prstGeom>
          <a:noFill/>
          <a:ln w="31750">
            <a:solidFill>
              <a:srgbClr val="C997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3977640"/>
            <a:ext cx="502920" cy="502920"/>
          </a:xfrm>
          <a:prstGeom prst="ellipse">
            <a:avLst/>
          </a:prstGeom>
          <a:solidFill>
            <a:srgbClr val="C99700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439" y="4108399"/>
            <a:ext cx="241402" cy="24140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402336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contact@agevp.com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68680" y="4617720"/>
            <a:ext cx="502920" cy="502920"/>
          </a:xfrm>
          <a:prstGeom prst="ellipse">
            <a:avLst/>
          </a:prstGeom>
          <a:solidFill>
            <a:srgbClr val="C99700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439" y="4748479"/>
            <a:ext cx="241402" cy="24140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08760" y="46634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www.agevp.com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822960" y="6035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FB4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Annam TRAN — Responsable événementiel, AGEVP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Modèle de présentation AGEVP</dc:title>
  <dc:subject>PptxGenJS Presentation</dc:subject>
  <dc:creator>AGEVP — Annam TRAN</dc:creator>
  <cp:lastModifiedBy>AGEVP — Annam TRAN</cp:lastModifiedBy>
  <cp:revision>1</cp:revision>
  <dcterms:created xsi:type="dcterms:W3CDTF">2026-07-01T08:18:34Z</dcterms:created>
  <dcterms:modified xsi:type="dcterms:W3CDTF">2026-07-01T08:18:34Z</dcterms:modified>
</cp:coreProperties>
</file>
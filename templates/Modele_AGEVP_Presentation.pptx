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titre. Remplacez le titre, le sous-titre et la date. Fond bleu AGEVP réservé aux slides d'ouverture et de clôture.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séparateur. Dupliquez-la entre les grandes parties ; changez le numéro (01, 02, 03…) et le titre.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Mise en page « points clés ». Idéale pour présenter les pôles de l'association ou 3 messages forts. Changez les icônes selon le sujet.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Mise en page « texte + chiffres clés ». Colonne gauche pour le récit, cartes droites pour les statistiques (jauge, budget, dates…).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Mise en page comparatif. Les pastilles Idéal / Correct / Limité reprennent le code couleur du tableur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Mise en page frise / rétroplanning. Ajoutez ou retirez des étapes (3 à 5 recommandé).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clôture. Adaptez le message et les coordonnées.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754880"/>
            <a:ext cx="3840480" cy="3840480"/>
          </a:xfrm>
          <a:prstGeom prst="ellipse">
            <a:avLst/>
          </a:prstGeom>
          <a:solidFill>
            <a:srgbClr val="FFC000">
              <a:alpha val="14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789920" y="5577840"/>
            <a:ext cx="2194560" cy="2194560"/>
          </a:xfrm>
          <a:prstGeom prst="ellipse">
            <a:avLst/>
          </a:prstGeom>
          <a:solidFill>
            <a:srgbClr val="FFC000">
              <a:alpha val="2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 E V 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{{PRES_TITLE}}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{{PRES_SUBTITLE}}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68680" y="4069080"/>
            <a:ext cx="2011680" cy="0"/>
          </a:xfrm>
          <a:prstGeom prst="line">
            <a:avLst/>
          </a:prstGeom>
          <a:noFill/>
          <a:ln w="31750">
            <a:solidFill>
              <a:srgbClr val="C997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{{PRES_DATE}}</a:t>
            </a:r>
            <a:pPr indent="0" marL="0">
              <a:buNone/>
            </a:pPr>
            <a:r>
              <a:rPr lang="en-US" sz="1400" dirty="0">
                <a:solidFill>
                  <a:srgbClr val="9F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 Annam TRAN — Responsable événementiel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C997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Titre de la section ]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4297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Une phrase de transition ou de contexte pour cette partie.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99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 E V 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{{SLIDE_TITLE}}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EAF2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43000" y="2176272"/>
            <a:ext cx="640080" cy="640080"/>
          </a:xfrm>
          <a:prstGeom prst="ellipse">
            <a:avLst/>
          </a:prstGeom>
          <a:solidFill>
            <a:srgbClr val="C99700"/>
          </a:solidFill>
          <a:ln/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9421" y="2342693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0574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{{POINT1}}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057400" y="24963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{{POINT1_DESC}}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333756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EAF2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143000" y="3639312"/>
            <a:ext cx="640080" cy="640080"/>
          </a:xfrm>
          <a:prstGeom prst="ellipse">
            <a:avLst/>
          </a:prstGeom>
          <a:solidFill>
            <a:srgbClr val="C99700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9421" y="3805733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57400" y="35204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{{POINT2}}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2057400" y="395935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{{POINT2_DESC}}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22960" y="4800600"/>
            <a:ext cx="10515600" cy="1234440"/>
          </a:xfrm>
          <a:prstGeom prst="roundRect">
            <a:avLst>
              <a:gd name="adj" fmla="val 5926"/>
            </a:avLst>
          </a:prstGeom>
          <a:solidFill>
            <a:srgbClr val="EAF2F8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1143000" y="5102352"/>
            <a:ext cx="640080" cy="640080"/>
          </a:xfrm>
          <a:prstGeom prst="ellipse">
            <a:avLst/>
          </a:prstGeom>
          <a:solidFill>
            <a:srgbClr val="C99700"/>
          </a:solidFill>
          <a:ln/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421" y="5268773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49834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{{POINT3}}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2057400" y="542239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{{POINT3_DESC}}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99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 E V 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Titre de la diapositive ]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5852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Paragraphe d'introduction du sujet. ]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Élément à retenir ]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Élément à retenir ]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Élément à retenir ]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086600" y="173736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1F4E7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086600" y="19933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[ 000 ]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086600" y="27614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légende 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46920" y="173736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1F4E7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46920" y="19933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[ 00 € ]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9646920" y="27614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légende 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086600" y="356616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1F4E7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086600" y="38221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[ 00 ]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7086600" y="45902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légende 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46920" y="3566160"/>
            <a:ext cx="2331720" cy="1600200"/>
          </a:xfrm>
          <a:prstGeom prst="roundRect">
            <a:avLst>
              <a:gd name="adj" fmla="val 4571"/>
            </a:avLst>
          </a:prstGeom>
          <a:solidFill>
            <a:srgbClr val="1F4E79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646920" y="38221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C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[ 100% ]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646920" y="45902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légende 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99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 E V 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Comparatif ]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783080"/>
          <a:ext cx="10515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38705"/>
                <a:gridCol w="2438705"/>
                <a:gridCol w="243779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Critère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 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Adéquation 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75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Idéal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F6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Correct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33C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Critère 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… 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… 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… 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Critère 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… 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… 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… 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Critère 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… 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… 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… 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Critère 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… 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… 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… 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99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 E V 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E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Rétroplanning ]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03020" y="2948940"/>
            <a:ext cx="8503920" cy="0"/>
          </a:xfrm>
          <a:prstGeom prst="line">
            <a:avLst/>
          </a:prstGeom>
          <a:noFill/>
          <a:ln w="254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2514600"/>
            <a:ext cx="868680" cy="868680"/>
          </a:xfrm>
          <a:prstGeom prst="ellipse">
            <a:avLst/>
          </a:prstGeom>
          <a:solidFill>
            <a:srgbClr val="C9970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2514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3520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échéance 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840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Étape 1 ]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42519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Description brève de l'étape. 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703320" y="2514600"/>
            <a:ext cx="868680" cy="868680"/>
          </a:xfrm>
          <a:prstGeom prst="ellipse">
            <a:avLst/>
          </a:prstGeom>
          <a:solidFill>
            <a:srgbClr val="C9970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703320" y="2514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46120" y="3520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échéance 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3840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Étape 2 ]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46120" y="42519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Description brève de l'étape. 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37960" y="2514600"/>
            <a:ext cx="868680" cy="868680"/>
          </a:xfrm>
          <a:prstGeom prst="ellipse">
            <a:avLst/>
          </a:prstGeom>
          <a:solidFill>
            <a:srgbClr val="C9970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37960" y="2514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080760" y="3520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échéance 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3840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Étape 3 ]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80760" y="42519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Description brève de l'étape. 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72600" y="2514600"/>
            <a:ext cx="868680" cy="868680"/>
          </a:xfrm>
          <a:prstGeom prst="ellipse">
            <a:avLst/>
          </a:prstGeom>
          <a:solidFill>
            <a:srgbClr val="C99700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372600" y="2514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915400" y="35204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échéance 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915400" y="38404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Étape 4 ]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15400" y="42519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Description brève de l'étape. 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FFC000">
              <a:alpha val="12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2296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 E V 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Merci / Message de clôture ]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68680" y="3429000"/>
            <a:ext cx="2011680" cy="0"/>
          </a:xfrm>
          <a:prstGeom prst="line">
            <a:avLst/>
          </a:prstGeom>
          <a:noFill/>
          <a:ln w="31750">
            <a:solidFill>
              <a:srgbClr val="C9970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3977640"/>
            <a:ext cx="502920" cy="502920"/>
          </a:xfrm>
          <a:prstGeom prst="ellipse">
            <a:avLst/>
          </a:prstGeom>
          <a:solidFill>
            <a:srgbClr val="C99700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410839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40233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contact@agevp.com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4617720"/>
            <a:ext cx="502920" cy="502920"/>
          </a:xfrm>
          <a:prstGeom prst="ellipse">
            <a:avLst/>
          </a:prstGeom>
          <a:solidFill>
            <a:srgbClr val="C99700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" y="474847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4663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www.agevp.com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4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Annam TRAN — Responsable événementiel, AGEVP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Modèle de présentation AGEVP</dc:title>
  <dc:subject>PptxGenJS Presentation</dc:subject>
  <dc:creator>AGEVP — Annam TRAN</dc:creator>
  <cp:lastModifiedBy>AGEVP — Annam TRAN</cp:lastModifiedBy>
  <cp:revision>1</cp:revision>
  <dcterms:created xsi:type="dcterms:W3CDTF">2026-07-01T08:18:34Z</dcterms:created>
  <dcterms:modified xsi:type="dcterms:W3CDTF">2026-07-01T08:18:34Z</dcterms:modified>
</cp:coreProperties>
</file>